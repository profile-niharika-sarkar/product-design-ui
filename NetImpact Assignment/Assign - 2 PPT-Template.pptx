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18288000" cy="10287000"/>
  <p:notesSz cx="6858000" cy="9144000"/>
  <p:embeddedFontLst>
    <p:embeddedFont>
      <p:font typeface="Inter" panose="020B0502030000000004" pitchFamily="34" charset="0"/>
      <p:regular r:id="rId5"/>
      <p:bold r:id="rId6"/>
      <p:italic r:id="rId7"/>
      <p:boldItalic r:id="rId8"/>
    </p:embeddedFont>
    <p:embeddedFont>
      <p:font typeface="Inter Bold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-29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viewProps" Target="viewProps.xml"/><Relationship Id="rId5" Type="http://schemas.openxmlformats.org/officeDocument/2006/relationships/font" Target="fonts/font1.fntdata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2.svg"/><Relationship Id="rId7" Type="http://schemas.openxmlformats.org/officeDocument/2006/relationships/image" Target="../media/image1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0.png"/><Relationship Id="rId9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086164" y="5697888"/>
            <a:ext cx="5687736" cy="5687736"/>
          </a:xfrm>
          <a:custGeom>
            <a:avLst/>
            <a:gdLst/>
            <a:ahLst/>
            <a:cxnLst/>
            <a:rect l="l" t="t" r="r" b="b"/>
            <a:pathLst>
              <a:path w="5687736" h="5687736">
                <a:moveTo>
                  <a:pt x="0" y="0"/>
                </a:moveTo>
                <a:lnTo>
                  <a:pt x="5687735" y="0"/>
                </a:lnTo>
                <a:lnTo>
                  <a:pt x="5687735" y="5687736"/>
                </a:lnTo>
                <a:lnTo>
                  <a:pt x="0" y="5687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402979" y="3387559"/>
            <a:ext cx="5567632" cy="8102459"/>
            <a:chOff x="0" y="0"/>
            <a:chExt cx="7423510" cy="1080327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423510" cy="5901690"/>
            </a:xfrm>
            <a:custGeom>
              <a:avLst/>
              <a:gdLst/>
              <a:ahLst/>
              <a:cxnLst/>
              <a:rect l="l" t="t" r="r" b="b"/>
              <a:pathLst>
                <a:path w="7423510" h="5901690">
                  <a:moveTo>
                    <a:pt x="0" y="0"/>
                  </a:moveTo>
                  <a:lnTo>
                    <a:pt x="7423510" y="0"/>
                  </a:lnTo>
                  <a:lnTo>
                    <a:pt x="7423510" y="5901690"/>
                  </a:lnTo>
                  <a:lnTo>
                    <a:pt x="0" y="5901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002811" y="5901690"/>
              <a:ext cx="6165520" cy="4901588"/>
            </a:xfrm>
            <a:custGeom>
              <a:avLst/>
              <a:gdLst/>
              <a:ahLst/>
              <a:cxnLst/>
              <a:rect l="l" t="t" r="r" b="b"/>
              <a:pathLst>
                <a:path w="6165520" h="4901588">
                  <a:moveTo>
                    <a:pt x="0" y="0"/>
                  </a:moveTo>
                  <a:lnTo>
                    <a:pt x="6165520" y="0"/>
                  </a:lnTo>
                  <a:lnTo>
                    <a:pt x="6165520" y="4901589"/>
                  </a:lnTo>
                  <a:lnTo>
                    <a:pt x="0" y="49015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5837088" y="-2839482"/>
            <a:ext cx="4565986" cy="6644784"/>
            <a:chOff x="0" y="0"/>
            <a:chExt cx="6087981" cy="885971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087981" cy="4839945"/>
            </a:xfrm>
            <a:custGeom>
              <a:avLst/>
              <a:gdLst/>
              <a:ahLst/>
              <a:cxnLst/>
              <a:rect l="l" t="t" r="r" b="b"/>
              <a:pathLst>
                <a:path w="6087981" h="4839945">
                  <a:moveTo>
                    <a:pt x="0" y="0"/>
                  </a:moveTo>
                  <a:lnTo>
                    <a:pt x="6087981" y="0"/>
                  </a:lnTo>
                  <a:lnTo>
                    <a:pt x="6087981" y="4839945"/>
                  </a:lnTo>
                  <a:lnTo>
                    <a:pt x="0" y="4839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822400" y="4839945"/>
              <a:ext cx="5056311" cy="4019767"/>
            </a:xfrm>
            <a:custGeom>
              <a:avLst/>
              <a:gdLst/>
              <a:ahLst/>
              <a:cxnLst/>
              <a:rect l="l" t="t" r="r" b="b"/>
              <a:pathLst>
                <a:path w="5056311" h="4019767">
                  <a:moveTo>
                    <a:pt x="0" y="0"/>
                  </a:moveTo>
                  <a:lnTo>
                    <a:pt x="5056311" y="0"/>
                  </a:lnTo>
                  <a:lnTo>
                    <a:pt x="5056311" y="4019767"/>
                  </a:lnTo>
                  <a:lnTo>
                    <a:pt x="0" y="40197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6820175" y="5819932"/>
            <a:ext cx="300949" cy="300949"/>
          </a:xfrm>
          <a:custGeom>
            <a:avLst/>
            <a:gdLst/>
            <a:ahLst/>
            <a:cxnLst/>
            <a:rect l="l" t="t" r="r" b="b"/>
            <a:pathLst>
              <a:path w="300949" h="300949">
                <a:moveTo>
                  <a:pt x="0" y="0"/>
                </a:moveTo>
                <a:lnTo>
                  <a:pt x="300949" y="0"/>
                </a:lnTo>
                <a:lnTo>
                  <a:pt x="300949" y="300949"/>
                </a:lnTo>
                <a:lnTo>
                  <a:pt x="0" y="3009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6889336" y="5889093"/>
            <a:ext cx="162626" cy="162626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8740" tIns="8740" rIns="8740" bIns="874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6918197" y="5915769"/>
            <a:ext cx="104904" cy="109275"/>
          </a:xfrm>
          <a:custGeom>
            <a:avLst/>
            <a:gdLst/>
            <a:ahLst/>
            <a:cxnLst/>
            <a:rect l="l" t="t" r="r" b="b"/>
            <a:pathLst>
              <a:path w="104904" h="109275">
                <a:moveTo>
                  <a:pt x="0" y="0"/>
                </a:moveTo>
                <a:lnTo>
                  <a:pt x="104905" y="0"/>
                </a:lnTo>
                <a:lnTo>
                  <a:pt x="104905" y="109275"/>
                </a:lnTo>
                <a:lnTo>
                  <a:pt x="0" y="1092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168749" y="5814514"/>
            <a:ext cx="1703820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Enterprise Ready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547751" y="5652075"/>
            <a:ext cx="2597242" cy="636662"/>
            <a:chOff x="0" y="0"/>
            <a:chExt cx="822390" cy="20159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22390" cy="201593"/>
            </a:xfrm>
            <a:custGeom>
              <a:avLst/>
              <a:gdLst/>
              <a:ahLst/>
              <a:cxnLst/>
              <a:rect l="l" t="t" r="r" b="b"/>
              <a:pathLst>
                <a:path w="822390" h="201593">
                  <a:moveTo>
                    <a:pt x="100796" y="0"/>
                  </a:moveTo>
                  <a:lnTo>
                    <a:pt x="721594" y="0"/>
                  </a:lnTo>
                  <a:cubicBezTo>
                    <a:pt x="777262" y="0"/>
                    <a:pt x="822390" y="45128"/>
                    <a:pt x="822390" y="100796"/>
                  </a:cubicBezTo>
                  <a:lnTo>
                    <a:pt x="822390" y="100796"/>
                  </a:lnTo>
                  <a:cubicBezTo>
                    <a:pt x="822390" y="156465"/>
                    <a:pt x="777262" y="201593"/>
                    <a:pt x="721594" y="201593"/>
                  </a:cubicBezTo>
                  <a:lnTo>
                    <a:pt x="100796" y="201593"/>
                  </a:lnTo>
                  <a:cubicBezTo>
                    <a:pt x="45128" y="201593"/>
                    <a:pt x="0" y="156465"/>
                    <a:pt x="0" y="100796"/>
                  </a:cubicBezTo>
                  <a:lnTo>
                    <a:pt x="0" y="100796"/>
                  </a:lnTo>
                  <a:cubicBezTo>
                    <a:pt x="0" y="45128"/>
                    <a:pt x="45128" y="0"/>
                    <a:pt x="100796" y="0"/>
                  </a:cubicBezTo>
                  <a:close/>
                </a:path>
              </a:pathLst>
            </a:custGeom>
            <a:ln w="19050" cap="rnd">
              <a:solidFill>
                <a:srgbClr val="0E59BF"/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822390" cy="239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274621" y="5652075"/>
            <a:ext cx="2597242" cy="636662"/>
            <a:chOff x="0" y="0"/>
            <a:chExt cx="822390" cy="20159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22390" cy="201593"/>
            </a:xfrm>
            <a:custGeom>
              <a:avLst/>
              <a:gdLst/>
              <a:ahLst/>
              <a:cxnLst/>
              <a:rect l="l" t="t" r="r" b="b"/>
              <a:pathLst>
                <a:path w="822390" h="201593">
                  <a:moveTo>
                    <a:pt x="100796" y="0"/>
                  </a:moveTo>
                  <a:lnTo>
                    <a:pt x="721594" y="0"/>
                  </a:lnTo>
                  <a:cubicBezTo>
                    <a:pt x="777262" y="0"/>
                    <a:pt x="822390" y="45128"/>
                    <a:pt x="822390" y="100796"/>
                  </a:cubicBezTo>
                  <a:lnTo>
                    <a:pt x="822390" y="100796"/>
                  </a:lnTo>
                  <a:cubicBezTo>
                    <a:pt x="822390" y="156465"/>
                    <a:pt x="777262" y="201593"/>
                    <a:pt x="721594" y="201593"/>
                  </a:cubicBezTo>
                  <a:lnTo>
                    <a:pt x="100796" y="201593"/>
                  </a:lnTo>
                  <a:cubicBezTo>
                    <a:pt x="45128" y="201593"/>
                    <a:pt x="0" y="156465"/>
                    <a:pt x="0" y="100796"/>
                  </a:cubicBezTo>
                  <a:lnTo>
                    <a:pt x="0" y="100796"/>
                  </a:lnTo>
                  <a:cubicBezTo>
                    <a:pt x="0" y="45128"/>
                    <a:pt x="45128" y="0"/>
                    <a:pt x="100796" y="0"/>
                  </a:cubicBezTo>
                  <a:close/>
                </a:path>
              </a:pathLst>
            </a:custGeom>
            <a:ln w="19050" cap="rnd">
              <a:solidFill>
                <a:srgbClr val="0E59BF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822390" cy="239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9894616" y="5814514"/>
            <a:ext cx="173980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Human Governed</a:t>
            </a:r>
          </a:p>
        </p:txBody>
      </p:sp>
      <p:sp>
        <p:nvSpPr>
          <p:cNvPr id="22" name="Freeform 22"/>
          <p:cNvSpPr/>
          <p:nvPr/>
        </p:nvSpPr>
        <p:spPr>
          <a:xfrm>
            <a:off x="9512068" y="5844810"/>
            <a:ext cx="334923" cy="251192"/>
          </a:xfrm>
          <a:custGeom>
            <a:avLst/>
            <a:gdLst/>
            <a:ahLst/>
            <a:cxnLst/>
            <a:rect l="l" t="t" r="r" b="b"/>
            <a:pathLst>
              <a:path w="334923" h="251192">
                <a:moveTo>
                  <a:pt x="0" y="0"/>
                </a:moveTo>
                <a:lnTo>
                  <a:pt x="334923" y="0"/>
                </a:lnTo>
                <a:lnTo>
                  <a:pt x="334923" y="251192"/>
                </a:lnTo>
                <a:lnTo>
                  <a:pt x="0" y="2511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12005213" y="5652075"/>
            <a:ext cx="2597242" cy="636662"/>
            <a:chOff x="0" y="0"/>
            <a:chExt cx="822390" cy="20159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22390" cy="201593"/>
            </a:xfrm>
            <a:custGeom>
              <a:avLst/>
              <a:gdLst/>
              <a:ahLst/>
              <a:cxnLst/>
              <a:rect l="l" t="t" r="r" b="b"/>
              <a:pathLst>
                <a:path w="822390" h="201593">
                  <a:moveTo>
                    <a:pt x="100796" y="0"/>
                  </a:moveTo>
                  <a:lnTo>
                    <a:pt x="721594" y="0"/>
                  </a:lnTo>
                  <a:cubicBezTo>
                    <a:pt x="777262" y="0"/>
                    <a:pt x="822390" y="45128"/>
                    <a:pt x="822390" y="100796"/>
                  </a:cubicBezTo>
                  <a:lnTo>
                    <a:pt x="822390" y="100796"/>
                  </a:lnTo>
                  <a:cubicBezTo>
                    <a:pt x="822390" y="156465"/>
                    <a:pt x="777262" y="201593"/>
                    <a:pt x="721594" y="201593"/>
                  </a:cubicBezTo>
                  <a:lnTo>
                    <a:pt x="100796" y="201593"/>
                  </a:lnTo>
                  <a:cubicBezTo>
                    <a:pt x="45128" y="201593"/>
                    <a:pt x="0" y="156465"/>
                    <a:pt x="0" y="100796"/>
                  </a:cubicBezTo>
                  <a:lnTo>
                    <a:pt x="0" y="100796"/>
                  </a:lnTo>
                  <a:cubicBezTo>
                    <a:pt x="0" y="45128"/>
                    <a:pt x="45128" y="0"/>
                    <a:pt x="100796" y="0"/>
                  </a:cubicBezTo>
                  <a:close/>
                </a:path>
              </a:pathLst>
            </a:custGeom>
            <a:ln w="19050" cap="rnd">
              <a:solidFill>
                <a:srgbClr val="0E59BF"/>
              </a:solidFill>
              <a:prstDash val="solid"/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822390" cy="239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2823903" y="5814514"/>
            <a:ext cx="1350934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Cloud Native</a:t>
            </a:r>
          </a:p>
        </p:txBody>
      </p:sp>
      <p:sp>
        <p:nvSpPr>
          <p:cNvPr id="27" name="Freeform 27"/>
          <p:cNvSpPr/>
          <p:nvPr/>
        </p:nvSpPr>
        <p:spPr>
          <a:xfrm>
            <a:off x="12432831" y="5876628"/>
            <a:ext cx="334923" cy="187557"/>
          </a:xfrm>
          <a:custGeom>
            <a:avLst/>
            <a:gdLst/>
            <a:ahLst/>
            <a:cxnLst/>
            <a:rect l="l" t="t" r="r" b="b"/>
            <a:pathLst>
              <a:path w="334923" h="187557">
                <a:moveTo>
                  <a:pt x="0" y="0"/>
                </a:moveTo>
                <a:lnTo>
                  <a:pt x="334923" y="0"/>
                </a:lnTo>
                <a:lnTo>
                  <a:pt x="334923" y="187557"/>
                </a:lnTo>
                <a:lnTo>
                  <a:pt x="0" y="187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4368838" y="5819932"/>
            <a:ext cx="287406" cy="300949"/>
          </a:xfrm>
          <a:custGeom>
            <a:avLst/>
            <a:gdLst/>
            <a:ahLst/>
            <a:cxnLst/>
            <a:rect l="l" t="t" r="r" b="b"/>
            <a:pathLst>
              <a:path w="287406" h="300949">
                <a:moveTo>
                  <a:pt x="0" y="0"/>
                </a:moveTo>
                <a:lnTo>
                  <a:pt x="287406" y="0"/>
                </a:lnTo>
                <a:lnTo>
                  <a:pt x="287406" y="300949"/>
                </a:lnTo>
                <a:lnTo>
                  <a:pt x="0" y="3009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4698439" y="5814514"/>
            <a:ext cx="1164283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1" dirty="0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AI Powered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3817159" y="5652075"/>
            <a:ext cx="2597242" cy="636662"/>
            <a:chOff x="0" y="0"/>
            <a:chExt cx="822390" cy="20159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22390" cy="201593"/>
            </a:xfrm>
            <a:custGeom>
              <a:avLst/>
              <a:gdLst/>
              <a:ahLst/>
              <a:cxnLst/>
              <a:rect l="l" t="t" r="r" b="b"/>
              <a:pathLst>
                <a:path w="822390" h="201593">
                  <a:moveTo>
                    <a:pt x="100796" y="0"/>
                  </a:moveTo>
                  <a:lnTo>
                    <a:pt x="721594" y="0"/>
                  </a:lnTo>
                  <a:cubicBezTo>
                    <a:pt x="777262" y="0"/>
                    <a:pt x="822390" y="45128"/>
                    <a:pt x="822390" y="100796"/>
                  </a:cubicBezTo>
                  <a:lnTo>
                    <a:pt x="822390" y="100796"/>
                  </a:lnTo>
                  <a:cubicBezTo>
                    <a:pt x="822390" y="156465"/>
                    <a:pt x="777262" y="201593"/>
                    <a:pt x="721594" y="201593"/>
                  </a:cubicBezTo>
                  <a:lnTo>
                    <a:pt x="100796" y="201593"/>
                  </a:lnTo>
                  <a:cubicBezTo>
                    <a:pt x="45128" y="201593"/>
                    <a:pt x="0" y="156465"/>
                    <a:pt x="0" y="100796"/>
                  </a:cubicBezTo>
                  <a:lnTo>
                    <a:pt x="0" y="100796"/>
                  </a:lnTo>
                  <a:cubicBezTo>
                    <a:pt x="0" y="45128"/>
                    <a:pt x="45128" y="0"/>
                    <a:pt x="100796" y="0"/>
                  </a:cubicBezTo>
                  <a:close/>
                </a:path>
              </a:pathLst>
            </a:custGeom>
            <a:ln w="19050" cap="rnd">
              <a:solidFill>
                <a:srgbClr val="0E59BF"/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822390" cy="239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547751" y="6536387"/>
            <a:ext cx="2597242" cy="636662"/>
            <a:chOff x="0" y="0"/>
            <a:chExt cx="822390" cy="20159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22390" cy="201593"/>
            </a:xfrm>
            <a:custGeom>
              <a:avLst/>
              <a:gdLst/>
              <a:ahLst/>
              <a:cxnLst/>
              <a:rect l="l" t="t" r="r" b="b"/>
              <a:pathLst>
                <a:path w="822390" h="201593">
                  <a:moveTo>
                    <a:pt x="100796" y="0"/>
                  </a:moveTo>
                  <a:lnTo>
                    <a:pt x="721594" y="0"/>
                  </a:lnTo>
                  <a:cubicBezTo>
                    <a:pt x="777262" y="0"/>
                    <a:pt x="822390" y="45128"/>
                    <a:pt x="822390" y="100796"/>
                  </a:cubicBezTo>
                  <a:lnTo>
                    <a:pt x="822390" y="100796"/>
                  </a:lnTo>
                  <a:cubicBezTo>
                    <a:pt x="822390" y="156465"/>
                    <a:pt x="777262" y="201593"/>
                    <a:pt x="721594" y="201593"/>
                  </a:cubicBezTo>
                  <a:lnTo>
                    <a:pt x="100796" y="201593"/>
                  </a:lnTo>
                  <a:cubicBezTo>
                    <a:pt x="45128" y="201593"/>
                    <a:pt x="0" y="156465"/>
                    <a:pt x="0" y="100796"/>
                  </a:cubicBezTo>
                  <a:lnTo>
                    <a:pt x="0" y="100796"/>
                  </a:lnTo>
                  <a:cubicBezTo>
                    <a:pt x="0" y="45128"/>
                    <a:pt x="45128" y="0"/>
                    <a:pt x="100796" y="0"/>
                  </a:cubicBezTo>
                  <a:close/>
                </a:path>
              </a:pathLst>
            </a:custGeom>
            <a:ln w="19050" cap="rnd">
              <a:solidFill>
                <a:srgbClr val="0E59BF"/>
              </a:solidFill>
              <a:prstDash val="solid"/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822390" cy="239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7592489" y="6698826"/>
            <a:ext cx="760952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Secure</a:t>
            </a:r>
          </a:p>
        </p:txBody>
      </p:sp>
      <p:sp>
        <p:nvSpPr>
          <p:cNvPr id="37" name="Freeform 37"/>
          <p:cNvSpPr/>
          <p:nvPr/>
        </p:nvSpPr>
        <p:spPr>
          <a:xfrm>
            <a:off x="7309574" y="6704244"/>
            <a:ext cx="233235" cy="300949"/>
          </a:xfrm>
          <a:custGeom>
            <a:avLst/>
            <a:gdLst/>
            <a:ahLst/>
            <a:cxnLst/>
            <a:rect l="l" t="t" r="r" b="b"/>
            <a:pathLst>
              <a:path w="233235" h="300949">
                <a:moveTo>
                  <a:pt x="0" y="0"/>
                </a:moveTo>
                <a:lnTo>
                  <a:pt x="233236" y="0"/>
                </a:lnTo>
                <a:lnTo>
                  <a:pt x="233236" y="300949"/>
                </a:lnTo>
                <a:lnTo>
                  <a:pt x="0" y="3009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2975070" y="2659110"/>
            <a:ext cx="12468480" cy="1811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Transform Legacy Applications into Intelligent Enterprise Solutions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975070" y="4676715"/>
            <a:ext cx="12468480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Modernize enterprise software through AI-driven analysis, intelligent automation, </a:t>
            </a: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enterprise governance and secure cloud-ready delivery.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055487" y="7633671"/>
            <a:ext cx="14177027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From Legacy Complexity to Intelligent Modernization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832470" y="8285181"/>
            <a:ext cx="12468480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Powered by AIForge™ AI-Driven Intelligent Modernization Platform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9274621" y="6536387"/>
            <a:ext cx="2597242" cy="636662"/>
            <a:chOff x="0" y="0"/>
            <a:chExt cx="822390" cy="201593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22390" cy="201593"/>
            </a:xfrm>
            <a:custGeom>
              <a:avLst/>
              <a:gdLst/>
              <a:ahLst/>
              <a:cxnLst/>
              <a:rect l="l" t="t" r="r" b="b"/>
              <a:pathLst>
                <a:path w="822390" h="201593">
                  <a:moveTo>
                    <a:pt x="100796" y="0"/>
                  </a:moveTo>
                  <a:lnTo>
                    <a:pt x="721594" y="0"/>
                  </a:lnTo>
                  <a:cubicBezTo>
                    <a:pt x="777262" y="0"/>
                    <a:pt x="822390" y="45128"/>
                    <a:pt x="822390" y="100796"/>
                  </a:cubicBezTo>
                  <a:lnTo>
                    <a:pt x="822390" y="100796"/>
                  </a:lnTo>
                  <a:cubicBezTo>
                    <a:pt x="822390" y="156465"/>
                    <a:pt x="777262" y="201593"/>
                    <a:pt x="721594" y="201593"/>
                  </a:cubicBezTo>
                  <a:lnTo>
                    <a:pt x="100796" y="201593"/>
                  </a:lnTo>
                  <a:cubicBezTo>
                    <a:pt x="45128" y="201593"/>
                    <a:pt x="0" y="156465"/>
                    <a:pt x="0" y="100796"/>
                  </a:cubicBezTo>
                  <a:lnTo>
                    <a:pt x="0" y="100796"/>
                  </a:lnTo>
                  <a:cubicBezTo>
                    <a:pt x="0" y="45128"/>
                    <a:pt x="45128" y="0"/>
                    <a:pt x="100796" y="0"/>
                  </a:cubicBezTo>
                  <a:close/>
                </a:path>
              </a:pathLst>
            </a:custGeom>
            <a:ln w="19050" cap="rnd">
              <a:solidFill>
                <a:srgbClr val="0E59BF"/>
              </a:solidFill>
              <a:prstDash val="solid"/>
              <a:round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822390" cy="239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45" name="Freeform 45"/>
          <p:cNvSpPr/>
          <p:nvPr/>
        </p:nvSpPr>
        <p:spPr>
          <a:xfrm>
            <a:off x="9737129" y="6720585"/>
            <a:ext cx="268267" cy="268267"/>
          </a:xfrm>
          <a:custGeom>
            <a:avLst/>
            <a:gdLst/>
            <a:ahLst/>
            <a:cxnLst/>
            <a:rect l="l" t="t" r="r" b="b"/>
            <a:pathLst>
              <a:path w="268267" h="268267">
                <a:moveTo>
                  <a:pt x="0" y="0"/>
                </a:moveTo>
                <a:lnTo>
                  <a:pt x="268267" y="0"/>
                </a:lnTo>
                <a:lnTo>
                  <a:pt x="268267" y="268267"/>
                </a:lnTo>
                <a:lnTo>
                  <a:pt x="0" y="2682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6"/>
          <p:cNvSpPr txBox="1"/>
          <p:nvPr/>
        </p:nvSpPr>
        <p:spPr>
          <a:xfrm>
            <a:off x="10053021" y="6698826"/>
            <a:ext cx="1356334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Future Ready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1186005" y="1028700"/>
            <a:ext cx="15915989" cy="1524433"/>
            <a:chOff x="0" y="0"/>
            <a:chExt cx="21221319" cy="203257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308236" cy="2032578"/>
            </a:xfrm>
            <a:custGeom>
              <a:avLst/>
              <a:gdLst/>
              <a:ahLst/>
              <a:cxnLst/>
              <a:rect l="l" t="t" r="r" b="b"/>
              <a:pathLst>
                <a:path w="4308236" h="2032578">
                  <a:moveTo>
                    <a:pt x="0" y="0"/>
                  </a:moveTo>
                  <a:lnTo>
                    <a:pt x="4308236" y="0"/>
                  </a:lnTo>
                  <a:lnTo>
                    <a:pt x="4308236" y="2032578"/>
                  </a:lnTo>
                  <a:lnTo>
                    <a:pt x="0" y="20325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23836" t="-57970" r="-36884" b="-69139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18267715" y="264661"/>
              <a:ext cx="2546548" cy="751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59"/>
                </a:lnSpc>
              </a:pPr>
              <a:r>
                <a:rPr lang="en-US" sz="3399" b="1">
                  <a:solidFill>
                    <a:srgbClr val="FF5F23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AIFORGE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0781648" y="377670"/>
              <a:ext cx="439671" cy="3522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</a:pPr>
              <a:r>
                <a:rPr lang="en-US" sz="1599" b="1">
                  <a:solidFill>
                    <a:srgbClr val="FF5F23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TM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2001321" y="1052299"/>
              <a:ext cx="9200454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359"/>
                </a:lnSpc>
              </a:pPr>
              <a:r>
                <a:rPr lang="en-US" sz="2399" b="1">
                  <a:solidFill>
                    <a:srgbClr val="0E59B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AI-Driven Intelligent Modernization Platform</a:t>
              </a:r>
            </a:p>
          </p:txBody>
        </p:sp>
      </p:grpSp>
      <p:sp>
        <p:nvSpPr>
          <p:cNvPr id="52" name="AutoShape 52"/>
          <p:cNvSpPr/>
          <p:nvPr/>
        </p:nvSpPr>
        <p:spPr>
          <a:xfrm>
            <a:off x="1028700" y="9653588"/>
            <a:ext cx="16073295" cy="0"/>
          </a:xfrm>
          <a:prstGeom prst="line">
            <a:avLst/>
          </a:prstGeom>
          <a:ln w="9525" cap="flat">
            <a:solidFill>
              <a:srgbClr val="4D4D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3" name="TextBox 53"/>
          <p:cNvSpPr txBox="1"/>
          <p:nvPr/>
        </p:nvSpPr>
        <p:spPr>
          <a:xfrm>
            <a:off x="2975070" y="9801225"/>
            <a:ext cx="12468480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Copyright © NetImpact Strategies Enterprise AI Modernization 2026.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086164" y="5697888"/>
            <a:ext cx="5687736" cy="5687736"/>
          </a:xfrm>
          <a:custGeom>
            <a:avLst/>
            <a:gdLst/>
            <a:ahLst/>
            <a:cxnLst/>
            <a:rect l="l" t="t" r="r" b="b"/>
            <a:pathLst>
              <a:path w="5687736" h="5687736">
                <a:moveTo>
                  <a:pt x="0" y="0"/>
                </a:moveTo>
                <a:lnTo>
                  <a:pt x="5687735" y="0"/>
                </a:lnTo>
                <a:lnTo>
                  <a:pt x="5687735" y="5687736"/>
                </a:lnTo>
                <a:lnTo>
                  <a:pt x="0" y="5687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402979" y="3387559"/>
            <a:ext cx="5567632" cy="8102459"/>
            <a:chOff x="0" y="0"/>
            <a:chExt cx="7423510" cy="1080327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423510" cy="5901690"/>
            </a:xfrm>
            <a:custGeom>
              <a:avLst/>
              <a:gdLst/>
              <a:ahLst/>
              <a:cxnLst/>
              <a:rect l="l" t="t" r="r" b="b"/>
              <a:pathLst>
                <a:path w="7423510" h="5901690">
                  <a:moveTo>
                    <a:pt x="0" y="0"/>
                  </a:moveTo>
                  <a:lnTo>
                    <a:pt x="7423510" y="0"/>
                  </a:lnTo>
                  <a:lnTo>
                    <a:pt x="7423510" y="5901690"/>
                  </a:lnTo>
                  <a:lnTo>
                    <a:pt x="0" y="5901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002811" y="5901690"/>
              <a:ext cx="6165520" cy="4901588"/>
            </a:xfrm>
            <a:custGeom>
              <a:avLst/>
              <a:gdLst/>
              <a:ahLst/>
              <a:cxnLst/>
              <a:rect l="l" t="t" r="r" b="b"/>
              <a:pathLst>
                <a:path w="6165520" h="4901588">
                  <a:moveTo>
                    <a:pt x="0" y="0"/>
                  </a:moveTo>
                  <a:lnTo>
                    <a:pt x="6165520" y="0"/>
                  </a:lnTo>
                  <a:lnTo>
                    <a:pt x="6165520" y="4901589"/>
                  </a:lnTo>
                  <a:lnTo>
                    <a:pt x="0" y="49015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5837088" y="-2839482"/>
            <a:ext cx="4565986" cy="6644784"/>
            <a:chOff x="0" y="0"/>
            <a:chExt cx="6087981" cy="885971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087981" cy="4839945"/>
            </a:xfrm>
            <a:custGeom>
              <a:avLst/>
              <a:gdLst/>
              <a:ahLst/>
              <a:cxnLst/>
              <a:rect l="l" t="t" r="r" b="b"/>
              <a:pathLst>
                <a:path w="6087981" h="4839945">
                  <a:moveTo>
                    <a:pt x="0" y="0"/>
                  </a:moveTo>
                  <a:lnTo>
                    <a:pt x="6087981" y="0"/>
                  </a:lnTo>
                  <a:lnTo>
                    <a:pt x="6087981" y="4839945"/>
                  </a:lnTo>
                  <a:lnTo>
                    <a:pt x="0" y="4839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822400" y="4839945"/>
              <a:ext cx="5056311" cy="4019767"/>
            </a:xfrm>
            <a:custGeom>
              <a:avLst/>
              <a:gdLst/>
              <a:ahLst/>
              <a:cxnLst/>
              <a:rect l="l" t="t" r="r" b="b"/>
              <a:pathLst>
                <a:path w="5056311" h="4019767">
                  <a:moveTo>
                    <a:pt x="0" y="0"/>
                  </a:moveTo>
                  <a:lnTo>
                    <a:pt x="5056311" y="0"/>
                  </a:lnTo>
                  <a:lnTo>
                    <a:pt x="5056311" y="4019767"/>
                  </a:lnTo>
                  <a:lnTo>
                    <a:pt x="0" y="40197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AutoShape 9"/>
          <p:cNvSpPr/>
          <p:nvPr/>
        </p:nvSpPr>
        <p:spPr>
          <a:xfrm>
            <a:off x="1028700" y="9653588"/>
            <a:ext cx="16073295" cy="0"/>
          </a:xfrm>
          <a:prstGeom prst="line">
            <a:avLst/>
          </a:prstGeom>
          <a:ln w="9525" cap="flat">
            <a:solidFill>
              <a:srgbClr val="4D4D4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1028700" y="1028700"/>
            <a:ext cx="16073295" cy="824943"/>
            <a:chOff x="0" y="0"/>
            <a:chExt cx="21431060" cy="109992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354433" cy="1099924"/>
            </a:xfrm>
            <a:custGeom>
              <a:avLst/>
              <a:gdLst/>
              <a:ahLst/>
              <a:cxnLst/>
              <a:rect l="l" t="t" r="r" b="b"/>
              <a:pathLst>
                <a:path w="2354433" h="1099924">
                  <a:moveTo>
                    <a:pt x="0" y="0"/>
                  </a:moveTo>
                  <a:lnTo>
                    <a:pt x="2354433" y="0"/>
                  </a:lnTo>
                  <a:lnTo>
                    <a:pt x="2354433" y="1099924"/>
                  </a:lnTo>
                  <a:lnTo>
                    <a:pt x="0" y="1099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3114" t="-57970" r="-36034" b="-69139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19566504" y="258133"/>
              <a:ext cx="1658656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FF5F23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AIFORGE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144686" y="331640"/>
              <a:ext cx="286373" cy="213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99"/>
                </a:lnSpc>
              </a:pPr>
              <a:r>
                <a:rPr lang="en-US" sz="999" b="1">
                  <a:solidFill>
                    <a:srgbClr val="FF5F23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TM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425750" y="763368"/>
              <a:ext cx="5992580" cy="3113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59"/>
                </a:lnSpc>
              </a:pPr>
              <a:r>
                <a:rPr lang="en-US" sz="1399" b="1">
                  <a:solidFill>
                    <a:srgbClr val="0E59B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AI-Driven Intelligent Modernization Platform</a:t>
              </a:r>
            </a:p>
          </p:txBody>
        </p:sp>
      </p:grpSp>
      <p:sp>
        <p:nvSpPr>
          <p:cNvPr id="15" name="Freeform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29940" y="5073255"/>
            <a:ext cx="4185045" cy="4185045"/>
          </a:xfrm>
          <a:custGeom>
            <a:avLst/>
            <a:gdLst/>
            <a:ahLst/>
            <a:cxnLst/>
            <a:rect l="l" t="t" r="r" b="b"/>
            <a:pathLst>
              <a:path w="4185045" h="4185045">
                <a:moveTo>
                  <a:pt x="0" y="0"/>
                </a:moveTo>
                <a:lnTo>
                  <a:pt x="4185044" y="0"/>
                </a:lnTo>
                <a:lnTo>
                  <a:pt x="4185044" y="4185045"/>
                </a:lnTo>
                <a:lnTo>
                  <a:pt x="0" y="41850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975070" y="9801225"/>
            <a:ext cx="12468480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Copyright © NetImpact Strategies Enterprise AI Modernization 2026. All Rights Reserved.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2045905"/>
            <a:ext cx="13569329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Executive Overview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3329" y="3102630"/>
            <a:ext cx="8544423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Lorem Ipsum "Neque porro quisquam est qui dolorem ipsum quia dolor sit amet, consectetur, adipisci velit..."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927085" y="3152710"/>
            <a:ext cx="2088910" cy="1920545"/>
            <a:chOff x="0" y="0"/>
            <a:chExt cx="627055" cy="576515"/>
          </a:xfrm>
          <a:effectLst/>
        </p:grpSpPr>
        <p:sp>
          <p:nvSpPr>
            <p:cNvPr id="20" name="Freeform 20"/>
            <p:cNvSpPr/>
            <p:nvPr/>
          </p:nvSpPr>
          <p:spPr>
            <a:xfrm>
              <a:off x="0" y="0"/>
              <a:ext cx="627055" cy="576515"/>
            </a:xfrm>
            <a:custGeom>
              <a:avLst/>
              <a:gdLst/>
              <a:ahLst/>
              <a:cxnLst/>
              <a:rect l="l" t="t" r="r" b="b"/>
              <a:pathLst>
                <a:path w="627055" h="576515">
                  <a:moveTo>
                    <a:pt x="43432" y="0"/>
                  </a:moveTo>
                  <a:lnTo>
                    <a:pt x="583623" y="0"/>
                  </a:lnTo>
                  <a:cubicBezTo>
                    <a:pt x="607610" y="0"/>
                    <a:pt x="627055" y="19445"/>
                    <a:pt x="627055" y="43432"/>
                  </a:cubicBezTo>
                  <a:lnTo>
                    <a:pt x="627055" y="533083"/>
                  </a:lnTo>
                  <a:cubicBezTo>
                    <a:pt x="627055" y="557070"/>
                    <a:pt x="607610" y="576515"/>
                    <a:pt x="583623" y="576515"/>
                  </a:cubicBezTo>
                  <a:lnTo>
                    <a:pt x="43432" y="576515"/>
                  </a:lnTo>
                  <a:cubicBezTo>
                    <a:pt x="31913" y="576515"/>
                    <a:pt x="20866" y="571939"/>
                    <a:pt x="12721" y="563794"/>
                  </a:cubicBezTo>
                  <a:cubicBezTo>
                    <a:pt x="4576" y="555649"/>
                    <a:pt x="0" y="544602"/>
                    <a:pt x="0" y="533083"/>
                  </a:cubicBezTo>
                  <a:lnTo>
                    <a:pt x="0" y="43432"/>
                  </a:lnTo>
                  <a:cubicBezTo>
                    <a:pt x="0" y="31913"/>
                    <a:pt x="4576" y="20866"/>
                    <a:pt x="12721" y="12721"/>
                  </a:cubicBezTo>
                  <a:cubicBezTo>
                    <a:pt x="20866" y="4576"/>
                    <a:pt x="31913" y="0"/>
                    <a:pt x="43432" y="0"/>
                  </a:cubicBezTo>
                  <a:close/>
                </a:path>
              </a:pathLst>
            </a:custGeom>
            <a:solidFill>
              <a:srgbClr val="FFFFFF"/>
            </a:solidFill>
            <a:scene3d>
              <a:camera prst="orthographicFront"/>
              <a:lightRig rig="threePt" dir="t"/>
            </a:scene3d>
            <a:sp3d>
              <a:bevelT/>
            </a:sp3d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627055" cy="614615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34821" tIns="34821" rIns="34821" bIns="34821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211185" y="3152710"/>
            <a:ext cx="2088910" cy="1920545"/>
            <a:chOff x="0" y="0"/>
            <a:chExt cx="627055" cy="57651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27055" cy="576515"/>
            </a:xfrm>
            <a:custGeom>
              <a:avLst/>
              <a:gdLst/>
              <a:ahLst/>
              <a:cxnLst/>
              <a:rect l="l" t="t" r="r" b="b"/>
              <a:pathLst>
                <a:path w="627055" h="576515">
                  <a:moveTo>
                    <a:pt x="43432" y="0"/>
                  </a:moveTo>
                  <a:lnTo>
                    <a:pt x="583623" y="0"/>
                  </a:lnTo>
                  <a:cubicBezTo>
                    <a:pt x="607610" y="0"/>
                    <a:pt x="627055" y="19445"/>
                    <a:pt x="627055" y="43432"/>
                  </a:cubicBezTo>
                  <a:lnTo>
                    <a:pt x="627055" y="533083"/>
                  </a:lnTo>
                  <a:cubicBezTo>
                    <a:pt x="627055" y="557070"/>
                    <a:pt x="607610" y="576515"/>
                    <a:pt x="583623" y="576515"/>
                  </a:cubicBezTo>
                  <a:lnTo>
                    <a:pt x="43432" y="576515"/>
                  </a:lnTo>
                  <a:cubicBezTo>
                    <a:pt x="31913" y="576515"/>
                    <a:pt x="20866" y="571939"/>
                    <a:pt x="12721" y="563794"/>
                  </a:cubicBezTo>
                  <a:cubicBezTo>
                    <a:pt x="4576" y="555649"/>
                    <a:pt x="0" y="544602"/>
                    <a:pt x="0" y="533083"/>
                  </a:cubicBezTo>
                  <a:lnTo>
                    <a:pt x="0" y="43432"/>
                  </a:lnTo>
                  <a:cubicBezTo>
                    <a:pt x="0" y="31913"/>
                    <a:pt x="4576" y="20866"/>
                    <a:pt x="12721" y="12721"/>
                  </a:cubicBezTo>
                  <a:cubicBezTo>
                    <a:pt x="20866" y="4576"/>
                    <a:pt x="31913" y="0"/>
                    <a:pt x="43432" y="0"/>
                  </a:cubicBezTo>
                  <a:close/>
                </a:path>
              </a:pathLst>
            </a:custGeom>
            <a:solidFill>
              <a:srgbClr val="FFFFFF"/>
            </a:solidFill>
            <a:scene3d>
              <a:camera prst="orthographicFront"/>
              <a:lightRig rig="threePt" dir="t"/>
            </a:scene3d>
            <a:sp3d>
              <a:bevelT/>
            </a:sp3d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627055" cy="614615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34821" tIns="34821" rIns="34821" bIns="34821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4495285" y="3152710"/>
            <a:ext cx="2088910" cy="1920545"/>
            <a:chOff x="0" y="0"/>
            <a:chExt cx="627055" cy="57651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27055" cy="576515"/>
            </a:xfrm>
            <a:custGeom>
              <a:avLst/>
              <a:gdLst/>
              <a:ahLst/>
              <a:cxnLst/>
              <a:rect l="l" t="t" r="r" b="b"/>
              <a:pathLst>
                <a:path w="627055" h="576515">
                  <a:moveTo>
                    <a:pt x="43432" y="0"/>
                  </a:moveTo>
                  <a:lnTo>
                    <a:pt x="583623" y="0"/>
                  </a:lnTo>
                  <a:cubicBezTo>
                    <a:pt x="607610" y="0"/>
                    <a:pt x="627055" y="19445"/>
                    <a:pt x="627055" y="43432"/>
                  </a:cubicBezTo>
                  <a:lnTo>
                    <a:pt x="627055" y="533083"/>
                  </a:lnTo>
                  <a:cubicBezTo>
                    <a:pt x="627055" y="557070"/>
                    <a:pt x="607610" y="576515"/>
                    <a:pt x="583623" y="576515"/>
                  </a:cubicBezTo>
                  <a:lnTo>
                    <a:pt x="43432" y="576515"/>
                  </a:lnTo>
                  <a:cubicBezTo>
                    <a:pt x="31913" y="576515"/>
                    <a:pt x="20866" y="571939"/>
                    <a:pt x="12721" y="563794"/>
                  </a:cubicBezTo>
                  <a:cubicBezTo>
                    <a:pt x="4576" y="555649"/>
                    <a:pt x="0" y="544602"/>
                    <a:pt x="0" y="533083"/>
                  </a:cubicBezTo>
                  <a:lnTo>
                    <a:pt x="0" y="43432"/>
                  </a:lnTo>
                  <a:cubicBezTo>
                    <a:pt x="0" y="31913"/>
                    <a:pt x="4576" y="20866"/>
                    <a:pt x="12721" y="12721"/>
                  </a:cubicBezTo>
                  <a:cubicBezTo>
                    <a:pt x="20866" y="4576"/>
                    <a:pt x="31913" y="0"/>
                    <a:pt x="43432" y="0"/>
                  </a:cubicBezTo>
                  <a:close/>
                </a:path>
              </a:pathLst>
            </a:custGeom>
            <a:solidFill>
              <a:srgbClr val="FFFFFF"/>
            </a:solidFill>
            <a:scene3d>
              <a:camera prst="orthographicFront"/>
              <a:lightRig rig="threePt" dir="t"/>
            </a:scene3d>
            <a:sp3d>
              <a:bevelT/>
            </a:sp3d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627055" cy="614615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34821" tIns="34821" rIns="34821" bIns="34821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927085" y="5245984"/>
            <a:ext cx="2088910" cy="1920545"/>
            <a:chOff x="0" y="0"/>
            <a:chExt cx="627055" cy="57651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27055" cy="576515"/>
            </a:xfrm>
            <a:custGeom>
              <a:avLst/>
              <a:gdLst/>
              <a:ahLst/>
              <a:cxnLst/>
              <a:rect l="l" t="t" r="r" b="b"/>
              <a:pathLst>
                <a:path w="627055" h="576515">
                  <a:moveTo>
                    <a:pt x="43432" y="0"/>
                  </a:moveTo>
                  <a:lnTo>
                    <a:pt x="583623" y="0"/>
                  </a:lnTo>
                  <a:cubicBezTo>
                    <a:pt x="607610" y="0"/>
                    <a:pt x="627055" y="19445"/>
                    <a:pt x="627055" y="43432"/>
                  </a:cubicBezTo>
                  <a:lnTo>
                    <a:pt x="627055" y="533083"/>
                  </a:lnTo>
                  <a:cubicBezTo>
                    <a:pt x="627055" y="557070"/>
                    <a:pt x="607610" y="576515"/>
                    <a:pt x="583623" y="576515"/>
                  </a:cubicBezTo>
                  <a:lnTo>
                    <a:pt x="43432" y="576515"/>
                  </a:lnTo>
                  <a:cubicBezTo>
                    <a:pt x="31913" y="576515"/>
                    <a:pt x="20866" y="571939"/>
                    <a:pt x="12721" y="563794"/>
                  </a:cubicBezTo>
                  <a:cubicBezTo>
                    <a:pt x="4576" y="555649"/>
                    <a:pt x="0" y="544602"/>
                    <a:pt x="0" y="533083"/>
                  </a:cubicBezTo>
                  <a:lnTo>
                    <a:pt x="0" y="43432"/>
                  </a:lnTo>
                  <a:cubicBezTo>
                    <a:pt x="0" y="31913"/>
                    <a:pt x="4576" y="20866"/>
                    <a:pt x="12721" y="12721"/>
                  </a:cubicBezTo>
                  <a:cubicBezTo>
                    <a:pt x="20866" y="4576"/>
                    <a:pt x="31913" y="0"/>
                    <a:pt x="43432" y="0"/>
                  </a:cubicBezTo>
                  <a:close/>
                </a:path>
              </a:pathLst>
            </a:custGeom>
            <a:solidFill>
              <a:srgbClr val="FFFFFF"/>
            </a:solidFill>
            <a:scene3d>
              <a:camera prst="orthographicFront"/>
              <a:lightRig rig="threePt" dir="t"/>
            </a:scene3d>
            <a:sp3d>
              <a:bevelT/>
            </a:sp3d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627055" cy="614615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34821" tIns="34821" rIns="34821" bIns="34821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211185" y="5245984"/>
            <a:ext cx="2088910" cy="1920545"/>
            <a:chOff x="0" y="0"/>
            <a:chExt cx="627055" cy="57651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27055" cy="576515"/>
            </a:xfrm>
            <a:custGeom>
              <a:avLst/>
              <a:gdLst/>
              <a:ahLst/>
              <a:cxnLst/>
              <a:rect l="l" t="t" r="r" b="b"/>
              <a:pathLst>
                <a:path w="627055" h="576515">
                  <a:moveTo>
                    <a:pt x="43432" y="0"/>
                  </a:moveTo>
                  <a:lnTo>
                    <a:pt x="583623" y="0"/>
                  </a:lnTo>
                  <a:cubicBezTo>
                    <a:pt x="607610" y="0"/>
                    <a:pt x="627055" y="19445"/>
                    <a:pt x="627055" y="43432"/>
                  </a:cubicBezTo>
                  <a:lnTo>
                    <a:pt x="627055" y="533083"/>
                  </a:lnTo>
                  <a:cubicBezTo>
                    <a:pt x="627055" y="557070"/>
                    <a:pt x="607610" y="576515"/>
                    <a:pt x="583623" y="576515"/>
                  </a:cubicBezTo>
                  <a:lnTo>
                    <a:pt x="43432" y="576515"/>
                  </a:lnTo>
                  <a:cubicBezTo>
                    <a:pt x="31913" y="576515"/>
                    <a:pt x="20866" y="571939"/>
                    <a:pt x="12721" y="563794"/>
                  </a:cubicBezTo>
                  <a:cubicBezTo>
                    <a:pt x="4576" y="555649"/>
                    <a:pt x="0" y="544602"/>
                    <a:pt x="0" y="533083"/>
                  </a:cubicBezTo>
                  <a:lnTo>
                    <a:pt x="0" y="43432"/>
                  </a:lnTo>
                  <a:cubicBezTo>
                    <a:pt x="0" y="31913"/>
                    <a:pt x="4576" y="20866"/>
                    <a:pt x="12721" y="12721"/>
                  </a:cubicBezTo>
                  <a:cubicBezTo>
                    <a:pt x="20866" y="4576"/>
                    <a:pt x="31913" y="0"/>
                    <a:pt x="43432" y="0"/>
                  </a:cubicBezTo>
                  <a:close/>
                </a:path>
              </a:pathLst>
            </a:custGeom>
            <a:solidFill>
              <a:srgbClr val="FFFFFF"/>
            </a:solidFill>
            <a:scene3d>
              <a:camera prst="orthographicFront"/>
              <a:lightRig rig="threePt" dir="t"/>
            </a:scene3d>
            <a:sp3d>
              <a:bevelT/>
            </a:sp3d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627055" cy="614615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34821" tIns="34821" rIns="34821" bIns="34821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4495285" y="5245984"/>
            <a:ext cx="2088910" cy="1920545"/>
            <a:chOff x="0" y="0"/>
            <a:chExt cx="627055" cy="576515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27055" cy="576515"/>
            </a:xfrm>
            <a:custGeom>
              <a:avLst/>
              <a:gdLst/>
              <a:ahLst/>
              <a:cxnLst/>
              <a:rect l="l" t="t" r="r" b="b"/>
              <a:pathLst>
                <a:path w="627055" h="576515">
                  <a:moveTo>
                    <a:pt x="43432" y="0"/>
                  </a:moveTo>
                  <a:lnTo>
                    <a:pt x="583623" y="0"/>
                  </a:lnTo>
                  <a:cubicBezTo>
                    <a:pt x="607610" y="0"/>
                    <a:pt x="627055" y="19445"/>
                    <a:pt x="627055" y="43432"/>
                  </a:cubicBezTo>
                  <a:lnTo>
                    <a:pt x="627055" y="533083"/>
                  </a:lnTo>
                  <a:cubicBezTo>
                    <a:pt x="627055" y="557070"/>
                    <a:pt x="607610" y="576515"/>
                    <a:pt x="583623" y="576515"/>
                  </a:cubicBezTo>
                  <a:lnTo>
                    <a:pt x="43432" y="576515"/>
                  </a:lnTo>
                  <a:cubicBezTo>
                    <a:pt x="31913" y="576515"/>
                    <a:pt x="20866" y="571939"/>
                    <a:pt x="12721" y="563794"/>
                  </a:cubicBezTo>
                  <a:cubicBezTo>
                    <a:pt x="4576" y="555649"/>
                    <a:pt x="0" y="544602"/>
                    <a:pt x="0" y="533083"/>
                  </a:cubicBezTo>
                  <a:lnTo>
                    <a:pt x="0" y="43432"/>
                  </a:lnTo>
                  <a:cubicBezTo>
                    <a:pt x="0" y="31913"/>
                    <a:pt x="4576" y="20866"/>
                    <a:pt x="12721" y="12721"/>
                  </a:cubicBezTo>
                  <a:cubicBezTo>
                    <a:pt x="20866" y="4576"/>
                    <a:pt x="31913" y="0"/>
                    <a:pt x="43432" y="0"/>
                  </a:cubicBezTo>
                  <a:close/>
                </a:path>
              </a:pathLst>
            </a:custGeom>
            <a:solidFill>
              <a:srgbClr val="FFFFFF"/>
            </a:solidFill>
            <a:scene3d>
              <a:camera prst="orthographicFront"/>
              <a:lightRig rig="threePt" dir="t"/>
            </a:scene3d>
            <a:sp3d>
              <a:bevelT/>
            </a:sp3d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627055" cy="614615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34821" tIns="34821" rIns="34821" bIns="34821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927085" y="7337755"/>
            <a:ext cx="2088910" cy="1920545"/>
            <a:chOff x="0" y="0"/>
            <a:chExt cx="627055" cy="576515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27055" cy="576515"/>
            </a:xfrm>
            <a:custGeom>
              <a:avLst/>
              <a:gdLst/>
              <a:ahLst/>
              <a:cxnLst/>
              <a:rect l="l" t="t" r="r" b="b"/>
              <a:pathLst>
                <a:path w="627055" h="576515">
                  <a:moveTo>
                    <a:pt x="43432" y="0"/>
                  </a:moveTo>
                  <a:lnTo>
                    <a:pt x="583623" y="0"/>
                  </a:lnTo>
                  <a:cubicBezTo>
                    <a:pt x="607610" y="0"/>
                    <a:pt x="627055" y="19445"/>
                    <a:pt x="627055" y="43432"/>
                  </a:cubicBezTo>
                  <a:lnTo>
                    <a:pt x="627055" y="533083"/>
                  </a:lnTo>
                  <a:cubicBezTo>
                    <a:pt x="627055" y="557070"/>
                    <a:pt x="607610" y="576515"/>
                    <a:pt x="583623" y="576515"/>
                  </a:cubicBezTo>
                  <a:lnTo>
                    <a:pt x="43432" y="576515"/>
                  </a:lnTo>
                  <a:cubicBezTo>
                    <a:pt x="31913" y="576515"/>
                    <a:pt x="20866" y="571939"/>
                    <a:pt x="12721" y="563794"/>
                  </a:cubicBezTo>
                  <a:cubicBezTo>
                    <a:pt x="4576" y="555649"/>
                    <a:pt x="0" y="544602"/>
                    <a:pt x="0" y="533083"/>
                  </a:cubicBezTo>
                  <a:lnTo>
                    <a:pt x="0" y="43432"/>
                  </a:lnTo>
                  <a:cubicBezTo>
                    <a:pt x="0" y="31913"/>
                    <a:pt x="4576" y="20866"/>
                    <a:pt x="12721" y="12721"/>
                  </a:cubicBezTo>
                  <a:cubicBezTo>
                    <a:pt x="20866" y="4576"/>
                    <a:pt x="31913" y="0"/>
                    <a:pt x="43432" y="0"/>
                  </a:cubicBezTo>
                  <a:close/>
                </a:path>
              </a:pathLst>
            </a:custGeom>
            <a:solidFill>
              <a:srgbClr val="FFFFFF"/>
            </a:solidFill>
            <a:scene3d>
              <a:camera prst="orthographicFront"/>
              <a:lightRig rig="threePt" dir="t"/>
            </a:scene3d>
            <a:sp3d>
              <a:bevelT/>
            </a:sp3d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627055" cy="614615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34821" tIns="34821" rIns="34821" bIns="34821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2211185" y="7337755"/>
            <a:ext cx="2088910" cy="1920545"/>
            <a:chOff x="0" y="0"/>
            <a:chExt cx="627055" cy="576515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27055" cy="576515"/>
            </a:xfrm>
            <a:custGeom>
              <a:avLst/>
              <a:gdLst/>
              <a:ahLst/>
              <a:cxnLst/>
              <a:rect l="l" t="t" r="r" b="b"/>
              <a:pathLst>
                <a:path w="627055" h="576515">
                  <a:moveTo>
                    <a:pt x="43432" y="0"/>
                  </a:moveTo>
                  <a:lnTo>
                    <a:pt x="583623" y="0"/>
                  </a:lnTo>
                  <a:cubicBezTo>
                    <a:pt x="607610" y="0"/>
                    <a:pt x="627055" y="19445"/>
                    <a:pt x="627055" y="43432"/>
                  </a:cubicBezTo>
                  <a:lnTo>
                    <a:pt x="627055" y="533083"/>
                  </a:lnTo>
                  <a:cubicBezTo>
                    <a:pt x="627055" y="557070"/>
                    <a:pt x="607610" y="576515"/>
                    <a:pt x="583623" y="576515"/>
                  </a:cubicBezTo>
                  <a:lnTo>
                    <a:pt x="43432" y="576515"/>
                  </a:lnTo>
                  <a:cubicBezTo>
                    <a:pt x="31913" y="576515"/>
                    <a:pt x="20866" y="571939"/>
                    <a:pt x="12721" y="563794"/>
                  </a:cubicBezTo>
                  <a:cubicBezTo>
                    <a:pt x="4576" y="555649"/>
                    <a:pt x="0" y="544602"/>
                    <a:pt x="0" y="533083"/>
                  </a:cubicBezTo>
                  <a:lnTo>
                    <a:pt x="0" y="43432"/>
                  </a:lnTo>
                  <a:cubicBezTo>
                    <a:pt x="0" y="31913"/>
                    <a:pt x="4576" y="20866"/>
                    <a:pt x="12721" y="12721"/>
                  </a:cubicBezTo>
                  <a:cubicBezTo>
                    <a:pt x="20866" y="4576"/>
                    <a:pt x="31913" y="0"/>
                    <a:pt x="43432" y="0"/>
                  </a:cubicBezTo>
                  <a:close/>
                </a:path>
              </a:pathLst>
            </a:custGeom>
            <a:solidFill>
              <a:srgbClr val="FFFFFF"/>
            </a:solidFill>
            <a:scene3d>
              <a:camera prst="orthographicFront"/>
              <a:lightRig rig="threePt" dir="t"/>
            </a:scene3d>
            <a:sp3d>
              <a:bevelT/>
            </a:sp3d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627055" cy="614615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34821" tIns="34821" rIns="34821" bIns="34821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4495285" y="7337755"/>
            <a:ext cx="2088910" cy="1920545"/>
            <a:chOff x="0" y="0"/>
            <a:chExt cx="627055" cy="576515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27055" cy="576515"/>
            </a:xfrm>
            <a:custGeom>
              <a:avLst/>
              <a:gdLst/>
              <a:ahLst/>
              <a:cxnLst/>
              <a:rect l="l" t="t" r="r" b="b"/>
              <a:pathLst>
                <a:path w="627055" h="576515">
                  <a:moveTo>
                    <a:pt x="43432" y="0"/>
                  </a:moveTo>
                  <a:lnTo>
                    <a:pt x="583623" y="0"/>
                  </a:lnTo>
                  <a:cubicBezTo>
                    <a:pt x="607610" y="0"/>
                    <a:pt x="627055" y="19445"/>
                    <a:pt x="627055" y="43432"/>
                  </a:cubicBezTo>
                  <a:lnTo>
                    <a:pt x="627055" y="533083"/>
                  </a:lnTo>
                  <a:cubicBezTo>
                    <a:pt x="627055" y="557070"/>
                    <a:pt x="607610" y="576515"/>
                    <a:pt x="583623" y="576515"/>
                  </a:cubicBezTo>
                  <a:lnTo>
                    <a:pt x="43432" y="576515"/>
                  </a:lnTo>
                  <a:cubicBezTo>
                    <a:pt x="31913" y="576515"/>
                    <a:pt x="20866" y="571939"/>
                    <a:pt x="12721" y="563794"/>
                  </a:cubicBezTo>
                  <a:cubicBezTo>
                    <a:pt x="4576" y="555649"/>
                    <a:pt x="0" y="544602"/>
                    <a:pt x="0" y="533083"/>
                  </a:cubicBezTo>
                  <a:lnTo>
                    <a:pt x="0" y="43432"/>
                  </a:lnTo>
                  <a:cubicBezTo>
                    <a:pt x="0" y="31913"/>
                    <a:pt x="4576" y="20866"/>
                    <a:pt x="12721" y="12721"/>
                  </a:cubicBezTo>
                  <a:cubicBezTo>
                    <a:pt x="20866" y="4576"/>
                    <a:pt x="31913" y="0"/>
                    <a:pt x="43432" y="0"/>
                  </a:cubicBezTo>
                  <a:close/>
                </a:path>
              </a:pathLst>
            </a:custGeom>
            <a:solidFill>
              <a:srgbClr val="FFFFFF"/>
            </a:solidFill>
            <a:scene3d>
              <a:camera prst="orthographicFront"/>
              <a:lightRig rig="threePt" dir="t"/>
            </a:scene3d>
            <a:sp3d>
              <a:bevelT/>
            </a:sp3d>
          </p:spPr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627055" cy="614615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34821" tIns="34821" rIns="34821" bIns="34821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2005044" y="8569794"/>
            <a:ext cx="1585163" cy="306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19"/>
              </a:lnSpc>
            </a:pPr>
            <a:r>
              <a:rPr lang="en-US" sz="1799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Lorem Ipsum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88944" y="6993375"/>
            <a:ext cx="1585163" cy="306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19"/>
              </a:lnSpc>
            </a:pPr>
            <a:r>
              <a:rPr lang="en-US" sz="1799" b="1" dirty="0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Lorem Ipsum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816360" y="5565025"/>
            <a:ext cx="1585163" cy="306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19"/>
              </a:lnSpc>
            </a:pPr>
            <a:r>
              <a:rPr lang="en-US" sz="1799" b="1" dirty="0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Lorem Ipsum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414984" y="5565025"/>
            <a:ext cx="1585163" cy="306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Lorem Ipsum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082590" y="6994126"/>
            <a:ext cx="1585163" cy="306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Lorem Ipsum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292899" y="8569794"/>
            <a:ext cx="1585163" cy="306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Lorem Ipsum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264159" y="4309985"/>
            <a:ext cx="2116607" cy="372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Lorem Ipsum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146887" y="3377411"/>
            <a:ext cx="1585163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Lorem Ipsum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146887" y="3776727"/>
            <a:ext cx="1585163" cy="1003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dirty="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r>
              <a:rPr lang="en-US" sz="1400" dirty="0" err="1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Neque</a:t>
            </a:r>
            <a:r>
              <a:rPr lang="en-US" sz="1400" dirty="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 porro </a:t>
            </a:r>
            <a:r>
              <a:rPr lang="en-US" sz="1400" dirty="0" err="1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quisquam</a:t>
            </a:r>
            <a:r>
              <a:rPr lang="en-US" sz="1400" dirty="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 est qui </a:t>
            </a:r>
            <a:r>
              <a:rPr lang="en-US" sz="1400" dirty="0" err="1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dolorem</a:t>
            </a:r>
            <a:r>
              <a:rPr lang="en-US" sz="1400" dirty="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 ipsum quia dolor sit, 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2501001" y="3377411"/>
            <a:ext cx="1585163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Lorem Ipsum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2501001" y="3776727"/>
            <a:ext cx="1585163" cy="1003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dirty="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r>
              <a:rPr lang="en-US" sz="1400" dirty="0" err="1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Neque</a:t>
            </a:r>
            <a:r>
              <a:rPr lang="en-US" sz="1400" dirty="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 porro </a:t>
            </a:r>
            <a:r>
              <a:rPr lang="en-US" sz="1400" dirty="0" err="1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quisquam</a:t>
            </a:r>
            <a:r>
              <a:rPr lang="en-US" sz="1400" dirty="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 est qui </a:t>
            </a:r>
            <a:r>
              <a:rPr lang="en-US" sz="1400" dirty="0" err="1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dolorem</a:t>
            </a:r>
            <a:r>
              <a:rPr lang="en-US" sz="1400" dirty="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 ipsum quia dolor sit  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4785870" y="3377411"/>
            <a:ext cx="1585163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Lorem Ipsum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4785870" y="3776727"/>
            <a:ext cx="1585163" cy="1003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dirty="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r>
              <a:rPr lang="en-US" sz="1400" dirty="0" err="1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Neque</a:t>
            </a:r>
            <a:r>
              <a:rPr lang="en-US" sz="1400" dirty="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 porro </a:t>
            </a:r>
            <a:r>
              <a:rPr lang="en-US" sz="1400" dirty="0" err="1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quisquam</a:t>
            </a:r>
            <a:r>
              <a:rPr lang="en-US" sz="1400" dirty="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 est qui </a:t>
            </a:r>
            <a:r>
              <a:rPr lang="en-US" sz="1400" dirty="0" err="1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dolorem</a:t>
            </a:r>
            <a:r>
              <a:rPr lang="en-US" sz="1400" dirty="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 ipsum quia dolor sit 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146887" y="5494990"/>
            <a:ext cx="1585163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Lorem Ipsum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0146887" y="5894306"/>
            <a:ext cx="1585163" cy="1003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dirty="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r>
              <a:rPr lang="en-US" sz="1400" dirty="0" err="1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Neque</a:t>
            </a:r>
            <a:r>
              <a:rPr lang="en-US" sz="1400" dirty="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 porro </a:t>
            </a:r>
            <a:r>
              <a:rPr lang="en-US" sz="1400" dirty="0" err="1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quisquam</a:t>
            </a:r>
            <a:r>
              <a:rPr lang="en-US" sz="1400" dirty="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 est qui </a:t>
            </a:r>
            <a:r>
              <a:rPr lang="en-US" sz="1400" dirty="0" err="1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dolorem</a:t>
            </a:r>
            <a:r>
              <a:rPr lang="en-US" sz="1400" dirty="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 ipsum quia dolor sit 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2501001" y="5494990"/>
            <a:ext cx="1585163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Lorem Ipsum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2501001" y="5894306"/>
            <a:ext cx="1585163" cy="1003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dirty="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r>
              <a:rPr lang="en-US" sz="1400" dirty="0" err="1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Neque</a:t>
            </a:r>
            <a:r>
              <a:rPr lang="en-US" sz="1400" dirty="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 porro </a:t>
            </a:r>
            <a:r>
              <a:rPr lang="en-US" sz="1400" dirty="0" err="1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quisquam</a:t>
            </a:r>
            <a:r>
              <a:rPr lang="en-US" sz="1400" dirty="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 est qui </a:t>
            </a:r>
            <a:r>
              <a:rPr lang="en-US" sz="1400" dirty="0" err="1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dolorem</a:t>
            </a:r>
            <a:r>
              <a:rPr lang="en-US" sz="1400" dirty="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 ipsum quia dolor sit 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4785870" y="5494990"/>
            <a:ext cx="1585163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Lorem Ipsum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4785870" y="5894306"/>
            <a:ext cx="1585163" cy="1003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dirty="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r>
              <a:rPr lang="en-US" sz="1400" dirty="0" err="1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Neque</a:t>
            </a:r>
            <a:r>
              <a:rPr lang="en-US" sz="1400" dirty="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 porro </a:t>
            </a:r>
            <a:r>
              <a:rPr lang="en-US" sz="1400" dirty="0" err="1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quisquam</a:t>
            </a:r>
            <a:r>
              <a:rPr lang="en-US" sz="1400" dirty="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 est qui </a:t>
            </a:r>
            <a:r>
              <a:rPr lang="en-US" sz="1400" dirty="0" err="1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dolorem</a:t>
            </a:r>
            <a:r>
              <a:rPr lang="en-US" sz="1400" dirty="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 ipsum quia dolor sit 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0146887" y="7612569"/>
            <a:ext cx="1585163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Lorem Ipsum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0146887" y="8011885"/>
            <a:ext cx="1585163" cy="1003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dirty="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r>
              <a:rPr lang="en-US" sz="1400" dirty="0" err="1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Neque</a:t>
            </a:r>
            <a:r>
              <a:rPr lang="en-US" sz="1400" dirty="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 porro </a:t>
            </a:r>
            <a:r>
              <a:rPr lang="en-US" sz="1400" dirty="0" err="1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quisquam</a:t>
            </a:r>
            <a:r>
              <a:rPr lang="en-US" sz="1400" dirty="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 est qui </a:t>
            </a:r>
            <a:r>
              <a:rPr lang="en-US" sz="1400" dirty="0" err="1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dolorem</a:t>
            </a:r>
            <a:r>
              <a:rPr lang="en-US" sz="1400" dirty="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 ipsum quia dolor sit 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2501001" y="7612569"/>
            <a:ext cx="1585163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Lorem Ipsum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2501001" y="8011885"/>
            <a:ext cx="1585163" cy="1003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dirty="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r>
              <a:rPr lang="en-US" sz="1400" dirty="0" err="1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Neque</a:t>
            </a:r>
            <a:r>
              <a:rPr lang="en-US" sz="1400" dirty="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 porro </a:t>
            </a:r>
            <a:r>
              <a:rPr lang="en-US" sz="1400" dirty="0" err="1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quisquam</a:t>
            </a:r>
            <a:r>
              <a:rPr lang="en-US" sz="1400" dirty="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 est qui </a:t>
            </a:r>
            <a:r>
              <a:rPr lang="en-US" sz="1400" dirty="0" err="1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dolorem</a:t>
            </a:r>
            <a:r>
              <a:rPr lang="en-US" sz="1400" dirty="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 ipsum quia dolor sit 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4785870" y="7612569"/>
            <a:ext cx="1585163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Lorem Ipsum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4785870" y="8011885"/>
            <a:ext cx="1585163" cy="1003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dirty="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r>
              <a:rPr lang="en-US" sz="1400" dirty="0" err="1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Neque</a:t>
            </a:r>
            <a:r>
              <a:rPr lang="en-US" sz="1400" dirty="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 porro </a:t>
            </a:r>
            <a:r>
              <a:rPr lang="en-US" sz="1400" dirty="0" err="1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quisquam</a:t>
            </a:r>
            <a:r>
              <a:rPr lang="en-US" sz="1400" dirty="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 est qui </a:t>
            </a:r>
            <a:r>
              <a:rPr lang="en-US" sz="1400" dirty="0" err="1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dolorem</a:t>
            </a:r>
            <a:r>
              <a:rPr lang="en-US" sz="1400" dirty="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 ipsum quia dolor sit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086164" y="5697888"/>
            <a:ext cx="5687736" cy="5687736"/>
          </a:xfrm>
          <a:custGeom>
            <a:avLst/>
            <a:gdLst/>
            <a:ahLst/>
            <a:cxnLst/>
            <a:rect l="l" t="t" r="r" b="b"/>
            <a:pathLst>
              <a:path w="5687736" h="5687736">
                <a:moveTo>
                  <a:pt x="0" y="0"/>
                </a:moveTo>
                <a:lnTo>
                  <a:pt x="5687735" y="0"/>
                </a:lnTo>
                <a:lnTo>
                  <a:pt x="5687735" y="5687736"/>
                </a:lnTo>
                <a:lnTo>
                  <a:pt x="0" y="5687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540332" y="3152710"/>
            <a:ext cx="9561663" cy="6258596"/>
            <a:chOff x="0" y="0"/>
            <a:chExt cx="1967420" cy="128777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67420" cy="1287777"/>
            </a:xfrm>
            <a:custGeom>
              <a:avLst/>
              <a:gdLst/>
              <a:ahLst/>
              <a:cxnLst/>
              <a:rect l="l" t="t" r="r" b="b"/>
              <a:pathLst>
                <a:path w="1967420" h="1287777">
                  <a:moveTo>
                    <a:pt x="15814" y="0"/>
                  </a:moveTo>
                  <a:lnTo>
                    <a:pt x="1951606" y="0"/>
                  </a:lnTo>
                  <a:cubicBezTo>
                    <a:pt x="1955800" y="0"/>
                    <a:pt x="1959823" y="1666"/>
                    <a:pt x="1962789" y="4632"/>
                  </a:cubicBezTo>
                  <a:cubicBezTo>
                    <a:pt x="1965754" y="7598"/>
                    <a:pt x="1967420" y="11620"/>
                    <a:pt x="1967420" y="15814"/>
                  </a:cubicBezTo>
                  <a:lnTo>
                    <a:pt x="1967420" y="1271963"/>
                  </a:lnTo>
                  <a:cubicBezTo>
                    <a:pt x="1967420" y="1280697"/>
                    <a:pt x="1960340" y="1287777"/>
                    <a:pt x="1951606" y="1287777"/>
                  </a:cubicBezTo>
                  <a:lnTo>
                    <a:pt x="15814" y="1287777"/>
                  </a:lnTo>
                  <a:cubicBezTo>
                    <a:pt x="11620" y="1287777"/>
                    <a:pt x="7598" y="1286111"/>
                    <a:pt x="4632" y="1283145"/>
                  </a:cubicBezTo>
                  <a:cubicBezTo>
                    <a:pt x="1666" y="1280179"/>
                    <a:pt x="0" y="1276157"/>
                    <a:pt x="0" y="1271963"/>
                  </a:cubicBezTo>
                  <a:lnTo>
                    <a:pt x="0" y="15814"/>
                  </a:lnTo>
                  <a:cubicBezTo>
                    <a:pt x="0" y="11620"/>
                    <a:pt x="1666" y="7598"/>
                    <a:pt x="4632" y="4632"/>
                  </a:cubicBezTo>
                  <a:cubicBezTo>
                    <a:pt x="7598" y="1666"/>
                    <a:pt x="11620" y="0"/>
                    <a:pt x="15814" y="0"/>
                  </a:cubicBezTo>
                  <a:close/>
                </a:path>
              </a:pathLst>
            </a:custGeom>
            <a:solidFill>
              <a:srgbClr val="D9D9D9"/>
            </a:solidFill>
            <a:scene3d>
              <a:camera prst="orthographicFront"/>
              <a:lightRig rig="threePt" dir="t"/>
            </a:scene3d>
            <a:sp3d>
              <a:bevelT/>
            </a:sp3d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967420" cy="1325877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402979" y="3387559"/>
            <a:ext cx="5567632" cy="8102459"/>
            <a:chOff x="0" y="0"/>
            <a:chExt cx="7423510" cy="1080327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23510" cy="5901690"/>
            </a:xfrm>
            <a:custGeom>
              <a:avLst/>
              <a:gdLst/>
              <a:ahLst/>
              <a:cxnLst/>
              <a:rect l="l" t="t" r="r" b="b"/>
              <a:pathLst>
                <a:path w="7423510" h="5901690">
                  <a:moveTo>
                    <a:pt x="0" y="0"/>
                  </a:moveTo>
                  <a:lnTo>
                    <a:pt x="7423510" y="0"/>
                  </a:lnTo>
                  <a:lnTo>
                    <a:pt x="7423510" y="5901690"/>
                  </a:lnTo>
                  <a:lnTo>
                    <a:pt x="0" y="5901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002811" y="5901690"/>
              <a:ext cx="6165520" cy="4901588"/>
            </a:xfrm>
            <a:custGeom>
              <a:avLst/>
              <a:gdLst/>
              <a:ahLst/>
              <a:cxnLst/>
              <a:rect l="l" t="t" r="r" b="b"/>
              <a:pathLst>
                <a:path w="6165520" h="4901588">
                  <a:moveTo>
                    <a:pt x="0" y="0"/>
                  </a:moveTo>
                  <a:lnTo>
                    <a:pt x="6165520" y="0"/>
                  </a:lnTo>
                  <a:lnTo>
                    <a:pt x="6165520" y="4901589"/>
                  </a:lnTo>
                  <a:lnTo>
                    <a:pt x="0" y="49015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5837088" y="-2839482"/>
            <a:ext cx="4565986" cy="6644784"/>
            <a:chOff x="0" y="0"/>
            <a:chExt cx="6087981" cy="885971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087981" cy="4839945"/>
            </a:xfrm>
            <a:custGeom>
              <a:avLst/>
              <a:gdLst/>
              <a:ahLst/>
              <a:cxnLst/>
              <a:rect l="l" t="t" r="r" b="b"/>
              <a:pathLst>
                <a:path w="6087981" h="4839945">
                  <a:moveTo>
                    <a:pt x="0" y="0"/>
                  </a:moveTo>
                  <a:lnTo>
                    <a:pt x="6087981" y="0"/>
                  </a:lnTo>
                  <a:lnTo>
                    <a:pt x="6087981" y="4839945"/>
                  </a:lnTo>
                  <a:lnTo>
                    <a:pt x="0" y="4839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822400" y="4839945"/>
              <a:ext cx="5056311" cy="4019767"/>
            </a:xfrm>
            <a:custGeom>
              <a:avLst/>
              <a:gdLst/>
              <a:ahLst/>
              <a:cxnLst/>
              <a:rect l="l" t="t" r="r" b="b"/>
              <a:pathLst>
                <a:path w="5056311" h="4019767">
                  <a:moveTo>
                    <a:pt x="0" y="0"/>
                  </a:moveTo>
                  <a:lnTo>
                    <a:pt x="5056311" y="0"/>
                  </a:lnTo>
                  <a:lnTo>
                    <a:pt x="5056311" y="4019767"/>
                  </a:lnTo>
                  <a:lnTo>
                    <a:pt x="0" y="40197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2" name="AutoShape 12"/>
          <p:cNvSpPr/>
          <p:nvPr/>
        </p:nvSpPr>
        <p:spPr>
          <a:xfrm>
            <a:off x="1028700" y="9653588"/>
            <a:ext cx="16073295" cy="0"/>
          </a:xfrm>
          <a:prstGeom prst="line">
            <a:avLst/>
          </a:prstGeom>
          <a:ln w="9525" cap="flat">
            <a:solidFill>
              <a:srgbClr val="4D4D4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>
            <a:off x="1028700" y="1028700"/>
            <a:ext cx="16073295" cy="824943"/>
            <a:chOff x="0" y="0"/>
            <a:chExt cx="21431060" cy="109992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354433" cy="1099924"/>
            </a:xfrm>
            <a:custGeom>
              <a:avLst/>
              <a:gdLst/>
              <a:ahLst/>
              <a:cxnLst/>
              <a:rect l="l" t="t" r="r" b="b"/>
              <a:pathLst>
                <a:path w="2354433" h="1099924">
                  <a:moveTo>
                    <a:pt x="0" y="0"/>
                  </a:moveTo>
                  <a:lnTo>
                    <a:pt x="2354433" y="0"/>
                  </a:lnTo>
                  <a:lnTo>
                    <a:pt x="2354433" y="1099924"/>
                  </a:lnTo>
                  <a:lnTo>
                    <a:pt x="0" y="1099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3114" t="-57970" r="-36034" b="-69139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19566504" y="258133"/>
              <a:ext cx="1658656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FF5F23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AIFORGE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1144686" y="331640"/>
              <a:ext cx="286373" cy="213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99"/>
                </a:lnSpc>
              </a:pPr>
              <a:r>
                <a:rPr lang="en-US" sz="999" b="1">
                  <a:solidFill>
                    <a:srgbClr val="FF5F23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TM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425750" y="763368"/>
              <a:ext cx="5992580" cy="3113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59"/>
                </a:lnSpc>
              </a:pPr>
              <a:r>
                <a:rPr lang="en-US" sz="1399" b="1">
                  <a:solidFill>
                    <a:srgbClr val="0E59B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AI-Driven Intelligent Modernization Platform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1028700" y="3152710"/>
            <a:ext cx="6258596" cy="6258596"/>
          </a:xfrm>
          <a:custGeom>
            <a:avLst/>
            <a:gdLst/>
            <a:ahLst/>
            <a:cxnLst/>
            <a:rect l="l" t="t" r="r" b="b"/>
            <a:pathLst>
              <a:path w="6258596" h="6258596">
                <a:moveTo>
                  <a:pt x="0" y="0"/>
                </a:moveTo>
                <a:lnTo>
                  <a:pt x="6258596" y="0"/>
                </a:lnTo>
                <a:lnTo>
                  <a:pt x="6258596" y="6258597"/>
                </a:lnTo>
                <a:lnTo>
                  <a:pt x="0" y="62585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7852747" y="3529124"/>
            <a:ext cx="8936831" cy="5466316"/>
            <a:chOff x="0" y="0"/>
            <a:chExt cx="11915775" cy="728842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93470" cy="1536355"/>
            </a:xfrm>
            <a:custGeom>
              <a:avLst/>
              <a:gdLst/>
              <a:ahLst/>
              <a:cxnLst/>
              <a:rect l="l" t="t" r="r" b="b"/>
              <a:pathLst>
                <a:path w="3793470" h="1536355">
                  <a:moveTo>
                    <a:pt x="0" y="0"/>
                  </a:moveTo>
                  <a:lnTo>
                    <a:pt x="3793470" y="0"/>
                  </a:lnTo>
                  <a:lnTo>
                    <a:pt x="3793470" y="1536355"/>
                  </a:lnTo>
                  <a:lnTo>
                    <a:pt x="0" y="1536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1" name="Freeform 21"/>
            <p:cNvSpPr/>
            <p:nvPr/>
          </p:nvSpPr>
          <p:spPr>
            <a:xfrm>
              <a:off x="4062136" y="0"/>
              <a:ext cx="3793470" cy="1536355"/>
            </a:xfrm>
            <a:custGeom>
              <a:avLst/>
              <a:gdLst/>
              <a:ahLst/>
              <a:cxnLst/>
              <a:rect l="l" t="t" r="r" b="b"/>
              <a:pathLst>
                <a:path w="3793470" h="1536355">
                  <a:moveTo>
                    <a:pt x="0" y="0"/>
                  </a:moveTo>
                  <a:lnTo>
                    <a:pt x="3793469" y="0"/>
                  </a:lnTo>
                  <a:lnTo>
                    <a:pt x="3793469" y="1536355"/>
                  </a:lnTo>
                  <a:lnTo>
                    <a:pt x="0" y="1536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2" name="Freeform 22"/>
            <p:cNvSpPr/>
            <p:nvPr/>
          </p:nvSpPr>
          <p:spPr>
            <a:xfrm>
              <a:off x="0" y="1917355"/>
              <a:ext cx="3793470" cy="1536355"/>
            </a:xfrm>
            <a:custGeom>
              <a:avLst/>
              <a:gdLst/>
              <a:ahLst/>
              <a:cxnLst/>
              <a:rect l="l" t="t" r="r" b="b"/>
              <a:pathLst>
                <a:path w="3793470" h="1536355">
                  <a:moveTo>
                    <a:pt x="0" y="0"/>
                  </a:moveTo>
                  <a:lnTo>
                    <a:pt x="3793470" y="0"/>
                  </a:lnTo>
                  <a:lnTo>
                    <a:pt x="3793470" y="1536356"/>
                  </a:lnTo>
                  <a:lnTo>
                    <a:pt x="0" y="15363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3" name="Freeform 23"/>
            <p:cNvSpPr/>
            <p:nvPr/>
          </p:nvSpPr>
          <p:spPr>
            <a:xfrm>
              <a:off x="0" y="3834711"/>
              <a:ext cx="3793470" cy="1536355"/>
            </a:xfrm>
            <a:custGeom>
              <a:avLst/>
              <a:gdLst/>
              <a:ahLst/>
              <a:cxnLst/>
              <a:rect l="l" t="t" r="r" b="b"/>
              <a:pathLst>
                <a:path w="3793470" h="1536355">
                  <a:moveTo>
                    <a:pt x="0" y="0"/>
                  </a:moveTo>
                  <a:lnTo>
                    <a:pt x="3793470" y="0"/>
                  </a:lnTo>
                  <a:lnTo>
                    <a:pt x="3793470" y="1536355"/>
                  </a:lnTo>
                  <a:lnTo>
                    <a:pt x="0" y="1536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4" name="Freeform 24"/>
            <p:cNvSpPr/>
            <p:nvPr/>
          </p:nvSpPr>
          <p:spPr>
            <a:xfrm>
              <a:off x="4062136" y="1917355"/>
              <a:ext cx="3793470" cy="1536355"/>
            </a:xfrm>
            <a:custGeom>
              <a:avLst/>
              <a:gdLst/>
              <a:ahLst/>
              <a:cxnLst/>
              <a:rect l="l" t="t" r="r" b="b"/>
              <a:pathLst>
                <a:path w="3793470" h="1536355">
                  <a:moveTo>
                    <a:pt x="0" y="0"/>
                  </a:moveTo>
                  <a:lnTo>
                    <a:pt x="3793469" y="0"/>
                  </a:lnTo>
                  <a:lnTo>
                    <a:pt x="3793469" y="1536356"/>
                  </a:lnTo>
                  <a:lnTo>
                    <a:pt x="0" y="15363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5" name="Freeform 25"/>
            <p:cNvSpPr/>
            <p:nvPr/>
          </p:nvSpPr>
          <p:spPr>
            <a:xfrm>
              <a:off x="4062136" y="3834711"/>
              <a:ext cx="3793470" cy="1536355"/>
            </a:xfrm>
            <a:custGeom>
              <a:avLst/>
              <a:gdLst/>
              <a:ahLst/>
              <a:cxnLst/>
              <a:rect l="l" t="t" r="r" b="b"/>
              <a:pathLst>
                <a:path w="3793470" h="1536355">
                  <a:moveTo>
                    <a:pt x="0" y="0"/>
                  </a:moveTo>
                  <a:lnTo>
                    <a:pt x="3793469" y="0"/>
                  </a:lnTo>
                  <a:lnTo>
                    <a:pt x="3793469" y="1536355"/>
                  </a:lnTo>
                  <a:lnTo>
                    <a:pt x="0" y="1536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6" name="Freeform 26"/>
            <p:cNvSpPr/>
            <p:nvPr/>
          </p:nvSpPr>
          <p:spPr>
            <a:xfrm>
              <a:off x="8122305" y="0"/>
              <a:ext cx="3793470" cy="1536355"/>
            </a:xfrm>
            <a:custGeom>
              <a:avLst/>
              <a:gdLst/>
              <a:ahLst/>
              <a:cxnLst/>
              <a:rect l="l" t="t" r="r" b="b"/>
              <a:pathLst>
                <a:path w="3793470" h="1536355">
                  <a:moveTo>
                    <a:pt x="0" y="0"/>
                  </a:moveTo>
                  <a:lnTo>
                    <a:pt x="3793470" y="0"/>
                  </a:lnTo>
                  <a:lnTo>
                    <a:pt x="3793470" y="1536355"/>
                  </a:lnTo>
                  <a:lnTo>
                    <a:pt x="0" y="1536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7" name="Freeform 27"/>
            <p:cNvSpPr/>
            <p:nvPr/>
          </p:nvSpPr>
          <p:spPr>
            <a:xfrm>
              <a:off x="8122305" y="1917355"/>
              <a:ext cx="3793470" cy="1536355"/>
            </a:xfrm>
            <a:custGeom>
              <a:avLst/>
              <a:gdLst/>
              <a:ahLst/>
              <a:cxnLst/>
              <a:rect l="l" t="t" r="r" b="b"/>
              <a:pathLst>
                <a:path w="3793470" h="1536355">
                  <a:moveTo>
                    <a:pt x="0" y="0"/>
                  </a:moveTo>
                  <a:lnTo>
                    <a:pt x="3793470" y="0"/>
                  </a:lnTo>
                  <a:lnTo>
                    <a:pt x="3793470" y="1536356"/>
                  </a:lnTo>
                  <a:lnTo>
                    <a:pt x="0" y="15363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8" name="Freeform 28"/>
            <p:cNvSpPr/>
            <p:nvPr/>
          </p:nvSpPr>
          <p:spPr>
            <a:xfrm>
              <a:off x="8122305" y="3834711"/>
              <a:ext cx="3793470" cy="1536355"/>
            </a:xfrm>
            <a:custGeom>
              <a:avLst/>
              <a:gdLst/>
              <a:ahLst/>
              <a:cxnLst/>
              <a:rect l="l" t="t" r="r" b="b"/>
              <a:pathLst>
                <a:path w="3793470" h="1536355">
                  <a:moveTo>
                    <a:pt x="0" y="0"/>
                  </a:moveTo>
                  <a:lnTo>
                    <a:pt x="3793470" y="0"/>
                  </a:lnTo>
                  <a:lnTo>
                    <a:pt x="3793470" y="1536355"/>
                  </a:lnTo>
                  <a:lnTo>
                    <a:pt x="0" y="1536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9" name="Freeform 29"/>
            <p:cNvSpPr/>
            <p:nvPr/>
          </p:nvSpPr>
          <p:spPr>
            <a:xfrm>
              <a:off x="4061153" y="5752066"/>
              <a:ext cx="3793470" cy="1536355"/>
            </a:xfrm>
            <a:custGeom>
              <a:avLst/>
              <a:gdLst/>
              <a:ahLst/>
              <a:cxnLst/>
              <a:rect l="l" t="t" r="r" b="b"/>
              <a:pathLst>
                <a:path w="3793470" h="1536355">
                  <a:moveTo>
                    <a:pt x="0" y="0"/>
                  </a:moveTo>
                  <a:lnTo>
                    <a:pt x="3793470" y="0"/>
                  </a:lnTo>
                  <a:lnTo>
                    <a:pt x="3793470" y="1536355"/>
                  </a:lnTo>
                  <a:lnTo>
                    <a:pt x="0" y="1536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30" name="Freeform 30"/>
          <p:cNvSpPr/>
          <p:nvPr/>
        </p:nvSpPr>
        <p:spPr>
          <a:xfrm>
            <a:off x="1380837" y="3636627"/>
            <a:ext cx="441995" cy="441995"/>
          </a:xfrm>
          <a:custGeom>
            <a:avLst/>
            <a:gdLst/>
            <a:ahLst/>
            <a:cxnLst/>
            <a:rect l="l" t="t" r="r" b="b"/>
            <a:pathLst>
              <a:path w="441995" h="441995">
                <a:moveTo>
                  <a:pt x="0" y="0"/>
                </a:moveTo>
                <a:lnTo>
                  <a:pt x="441995" y="0"/>
                </a:lnTo>
                <a:lnTo>
                  <a:pt x="441995" y="441996"/>
                </a:lnTo>
                <a:lnTo>
                  <a:pt x="0" y="4419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4516339" y="3636627"/>
            <a:ext cx="642902" cy="441995"/>
          </a:xfrm>
          <a:custGeom>
            <a:avLst/>
            <a:gdLst/>
            <a:ahLst/>
            <a:cxnLst/>
            <a:rect l="l" t="t" r="r" b="b"/>
            <a:pathLst>
              <a:path w="642902" h="441995">
                <a:moveTo>
                  <a:pt x="0" y="0"/>
                </a:moveTo>
                <a:lnTo>
                  <a:pt x="642902" y="0"/>
                </a:lnTo>
                <a:lnTo>
                  <a:pt x="642902" y="441996"/>
                </a:lnTo>
                <a:lnTo>
                  <a:pt x="0" y="4419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401731" y="6861146"/>
            <a:ext cx="421101" cy="441995"/>
          </a:xfrm>
          <a:custGeom>
            <a:avLst/>
            <a:gdLst/>
            <a:ahLst/>
            <a:cxnLst/>
            <a:rect l="l" t="t" r="r" b="b"/>
            <a:pathLst>
              <a:path w="421101" h="441995">
                <a:moveTo>
                  <a:pt x="0" y="0"/>
                </a:moveTo>
                <a:lnTo>
                  <a:pt x="421101" y="0"/>
                </a:lnTo>
                <a:lnTo>
                  <a:pt x="421101" y="441995"/>
                </a:lnTo>
                <a:lnTo>
                  <a:pt x="0" y="4419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028700" y="2045905"/>
            <a:ext cx="13569329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Our Services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975070" y="9801225"/>
            <a:ext cx="12468480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Copyright © NetImpact Strategies Enterprise AI Modernization 2026. All Rights Reserved.</a:t>
            </a:r>
          </a:p>
        </p:txBody>
      </p:sp>
      <p:sp>
        <p:nvSpPr>
          <p:cNvPr id="35" name="Freeform 35"/>
          <p:cNvSpPr/>
          <p:nvPr/>
        </p:nvSpPr>
        <p:spPr>
          <a:xfrm>
            <a:off x="4627239" y="6861146"/>
            <a:ext cx="421101" cy="441995"/>
          </a:xfrm>
          <a:custGeom>
            <a:avLst/>
            <a:gdLst/>
            <a:ahLst/>
            <a:cxnLst/>
            <a:rect l="l" t="t" r="r" b="b"/>
            <a:pathLst>
              <a:path w="421101" h="441995">
                <a:moveTo>
                  <a:pt x="0" y="0"/>
                </a:moveTo>
                <a:lnTo>
                  <a:pt x="421101" y="0"/>
                </a:lnTo>
                <a:lnTo>
                  <a:pt x="421101" y="441995"/>
                </a:lnTo>
                <a:lnTo>
                  <a:pt x="0" y="4419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1915911" y="3685222"/>
            <a:ext cx="1585163" cy="306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Lorem Ipsum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80837" y="4194469"/>
            <a:ext cx="2485528" cy="1378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"Neque porro quisquam est qui dolorem ipsum quia dolor sit amet, consectetur, adipisci velit..."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254491" y="3685222"/>
            <a:ext cx="1585163" cy="306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Lorem Ipsum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627239" y="4194469"/>
            <a:ext cx="2352843" cy="1378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"Neque porro quisquam est qui dolorem ipsum quia dolor sit amet, consectetur, adipisci velit..."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915911" y="6909740"/>
            <a:ext cx="1585163" cy="306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Lorem Ipsum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401731" y="7417441"/>
            <a:ext cx="2485528" cy="1378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"Neque porro quisquam est qui dolorem ipsum quia dolor sit amet, consectetur, adipisci velit..."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254491" y="6909740"/>
            <a:ext cx="1585163" cy="306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Lorem Ipsum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627239" y="7417441"/>
            <a:ext cx="2352843" cy="1378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"Neque porro quisquam est qui dolorem ipsum quia dolor sit amet, consectetur, adipisci velit..."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774062" y="3903377"/>
            <a:ext cx="1585163" cy="306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Lorem Ipsum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845125" y="3903377"/>
            <a:ext cx="1585163" cy="306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Lorem Ipsum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4916188" y="3903377"/>
            <a:ext cx="1585163" cy="306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Lorem Ipsum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774062" y="5391183"/>
            <a:ext cx="1585163" cy="306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Lorem Ipsum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845125" y="5391183"/>
            <a:ext cx="1585163" cy="306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Lorem Ipsum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4916188" y="5391183"/>
            <a:ext cx="1585163" cy="306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Lorem Ipsum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774062" y="6876146"/>
            <a:ext cx="1585163" cy="306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Lorem Ipsum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845125" y="6876146"/>
            <a:ext cx="1585163" cy="306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Lorem Ipsum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4916188" y="6876146"/>
            <a:ext cx="1585163" cy="306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Lorem Ipsum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845125" y="8243435"/>
            <a:ext cx="1585163" cy="306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Lorem Ipsum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362</Words>
  <Application>Microsoft Office PowerPoint</Application>
  <PresentationFormat>Custom</PresentationFormat>
  <Paragraphs>69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Inter</vt:lpstr>
      <vt:lpstr>Inter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 - 2 PPT-Template</dc:title>
  <cp:lastModifiedBy>Sarkar Niharika</cp:lastModifiedBy>
  <cp:revision>2</cp:revision>
  <dcterms:created xsi:type="dcterms:W3CDTF">2006-08-16T00:00:00Z</dcterms:created>
  <dcterms:modified xsi:type="dcterms:W3CDTF">2026-07-31T13:06:01Z</dcterms:modified>
  <dc:identifier>DAHQ76QN0e8</dc:identifier>
</cp:coreProperties>
</file>